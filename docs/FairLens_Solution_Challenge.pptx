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Google Sans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91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DONO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Sainishant Biradar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Statement:[Unbiased AI Decisions] Ensuring Fairness and Detection Bias in Automated Decisions.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4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FairLens is an adversarial bias stress tester for production AI hiring and lending classifiers.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Standard fairness audits report group-level statistics that can look acceptable while a model still discriminates against specific individuals. FairLens generates counterfactual variants of one record — changing only the protected attribute (name or zip code) — runs each through the classifier, and surfaces the disparity in under two seconds.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Output includes a bias-level verdict (LOW / MEDIUM / HIGH), the disadvantaged group, side-by-side score comparison, an LLM-generated plain-English impact statement, and a prioritised mitigation playbook — turning a fairness finding into an actionable engineering fix.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4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Fairlearn and AIF360 compute group-level statistics on validation sets — they miss individual-level discrimination and never connect findings to fixes. FairLens is the only tool that delivers a per-record adversarial probe, visual diff, and ranked mitigation playbook in one click.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Generates counterfactual variants of one record (same qualifications, swapped name or zip), runs each through the classifier, classifies bias level, and surfaces an LLM-written impact statement plus three fixes ranked by effort vs. expected disparity reduction.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(1) One-click adversarial probe — no notebook required. (2) Findings linked directly to ranked fixes (effort vs. impact). (3) Plain-English LLM explanations translate raw disparity into stakeholder-ready language.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4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Adversarial pair generator: one record cloned 3–5 times, only the protected attribute mutated.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Disparity scorer: LOW / MEDIUM / HIGH verdict plus the disadvantaged group identifier.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Bias-level badge: large, colour-coded reveal of the disparity percentage.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Pair-comparison view: side-by-side cards per variant with APPROVED / REJECTED stamps.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Mitigation playbook: three ranked fixes (reweighting, equalized-odds, adversarial debiasing) with effort tags and expected disparity reduction.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plain-English explainer: three-sentence human-impact statement via OpenAI-compatible gateway.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Audit history: every test persisted to Appwrite for cross-version regression tracking.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Multi-domain: hiring and loan classifiers shipped; extensible via a single dictionary entry.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4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Frontend</a:t>
            </a:r>
            <a:endParaRPr sz="15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React 18 + Vite 6 + Tailwind v4 + React Router 6 (single-page app).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Appwrite Web SDK for audit-history persistence.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Backend</a:t>
            </a:r>
            <a:endParaRPr sz="15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FastAPI + Uvicorn on Python 3.11; Render web service.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scikit-learn Random Forest classifiers, pandas, numpy.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AI / LLM</a:t>
            </a:r>
            <a:endParaRPr sz="15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OpenAI Python SDK pointed at VoidAI gateway (model: gpt-5-mini); provider swappable via env vars (Gemini-ready).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Cloud / Deployment</a:t>
            </a:r>
            <a:endParaRPr sz="15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Render free-tier web service for backend (auto-trains models at build time).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Appwrite Sites for frontend CDN + Appwrite Database (NYC region) for audit log.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 auto-deploy via render.yaml and Appwrite Sites Git integration.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4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Hackathon / Demo Scale</a:t>
            </a:r>
            <a:endParaRPr sz="15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Backend hosting: Render free tier — $0/month.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Frontend hosting: Appwrite Sites free tier — $0/month.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Database: Appwrite free tier (0.075 GB) — covers thousands of audits at $0/month.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API: ~$0.05 per 1,000 audits via VoidAI gpt-5-mini.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Domain: free .onrender.com and .appwrite.network subdomains.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GB" sz="15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Production Scale (10K audits / month, custom domain)</a:t>
            </a:r>
            <a:endParaRPr sz="15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Render Starter (always-on, no cold start): ~$7/month.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Custom domain: ~$1/month amortised.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cost: ~$0.50/month.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total: ~$10–15/month.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4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Upload-your-own-model endpoint: accept a .pkl plus feature-schema JSON and run the same stress test on third-party classifiers.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protected attributes: age, religion, disability — each is a single PROTECTED_SWAPS entry.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Intersectional analysis: surface bias at the intersection of two attributes (e.g. female + low-income) instead of one at a time.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Auto-generate a Fairlearn mitigation notebook from each audit so the engineer can run the suggested fix immediately.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Authenticated audits: tighten Appwrite collection permissions and add a login flow for team-scoped histories.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CORS lockdown to the Appwrite Sites origin once a stable URL is fixed.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UptimeRobot keep-warm cron to eliminate Render cold-start risk for live demos.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Swap to Gemini Pro via env-var change for richer plain-English explanations once Google AI Studio key is provisioned.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On-screen Show (16:9)</PresentationFormat>
  <Paragraphs>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Sainishant Gajanand Biradar (B.Tech_2028)</cp:lastModifiedBy>
  <cp:revision>1</cp:revision>
  <dcterms:modified xsi:type="dcterms:W3CDTF">2026-04-28T09:57:46Z</dcterms:modified>
</cp:coreProperties>
</file>