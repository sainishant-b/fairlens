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embeddedFontLst>
    <p:embeddedFont>
      <p:font typeface="Google Sans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91" y="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c07f7ad1a1_2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c07f7ad1a1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c07f7ad1a1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c07f7ad1a1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c07f7ad1a1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c07f7ad1a1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c07f7ad1a1_2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 b="1" i="0" u="none" strike="noStrike" cap="non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sz="4000" b="1" i="0" u="none" strike="noStrike" cap="non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DONO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Sainishant Biradar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Statement:[Unbiased AI Decisions] Ensuring Fairness and Detection Bias in Automated Decisions.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sz="12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Office PowerPoint</Application>
  <PresentationFormat>On-screen Show (16:9)</PresentationFormat>
  <Paragraphs>32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Sainishant Gajanand Biradar (B.Tech_2028)</cp:lastModifiedBy>
  <cp:revision>1</cp:revision>
  <dcterms:modified xsi:type="dcterms:W3CDTF">2026-04-28T09:57:46Z</dcterms:modified>
</cp:coreProperties>
</file>